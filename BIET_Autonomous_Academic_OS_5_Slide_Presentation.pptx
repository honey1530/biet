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BHIMAVARAM INSTITUTE OF ENGINEERING &amp; TECHNOLOGY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BIET Autonomous Academic OS Monorepo</a:t>
            </a:r>
          </a:p>
          <a:p>
            <a:pPr>
              <a:defRPr sz="1400">
                <a:solidFill>
                  <a:srgbClr val="CBD5E1"/>
                </a:solidFill>
              </a:defRPr>
            </a:pPr>
            <a:r>
              <a:t>UGC Autonomous Institution • BR24 / R23 / R20 Academic Regulations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3291840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18CF8"/>
                </a:solidFill>
              </a:defRPr>
            </a:pPr>
            <a:r>
              <a:t>01. 4 Core Web Portals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Admin &amp; Principal, Student Web App, Faculty Workstation, Parent App + Central Gateway.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3474720"/>
            <a:ext cx="3291840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18CF8"/>
                </a:solidFill>
              </a:defRPr>
            </a:pPr>
            <a:r>
              <a:t>02. Executive White UI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Clean executive design system (bg-slate-50, bg-white, border-slate-200) with official emblem.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3474720"/>
            <a:ext cx="3291840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18CF8"/>
                </a:solidFill>
              </a:defRPr>
            </a:pPr>
            <a:r>
              <a:t>03. Universal Access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Instant auto-provisioning login engine providing frictionless role-based workspace access.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Pennada, Bhimavaram, W.G.Dist., Andhra Pradesh • Official Presentation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Slide 2 • ARCHITECTURE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Unified 4-Portal Monorepo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228600"/>
            <a:ext cx="228600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BIET AUTONOMOUS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1. Admin &amp; Principal App</a:t>
            </a:r>
          </a:p>
          <a:p>
            <a:pPr>
              <a:defRPr sz="1100" b="1">
                <a:solidFill>
                  <a:srgbClr val="475569"/>
                </a:solidFill>
              </a:defRPr>
            </a:pPr>
            <a:r>
              <a:t>Persona: Executive Leadership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Left expandable side navigation menu, campus-wide analytics dashboard, faculty/student directory, and hardware daemon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2. Student Web App</a:t>
            </a:r>
          </a:p>
          <a:p>
            <a:pPr>
              <a:defRPr sz="1100" b="1">
                <a:solidFill>
                  <a:srgbClr val="475569"/>
                </a:solidFill>
              </a:defRPr>
            </a:pPr>
            <a:r>
              <a:t>Persona: B.Tech Students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Strict tab separation (Bio-Data, Academic Marks, SGPA/CGPA Calculator, Daily Attendance Target Calculator).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9333EA"/>
                </a:solidFill>
              </a:defRPr>
            </a:pPr>
            <a:r>
              <a:t>3. Faculty Workstation</a:t>
            </a:r>
          </a:p>
          <a:p>
            <a:pPr>
              <a:defRPr sz="1100" b="1">
                <a:solidFill>
                  <a:srgbClr val="475569"/>
                </a:solidFill>
              </a:defRPr>
            </a:pPr>
            <a:r>
              <a:t>Persona: Educators &amp; HODs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Period 1-7 sequential biometric roll call counter + instant parent SMS alert dispatch console for absent students.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11D48"/>
                </a:solidFill>
              </a:defRPr>
            </a:pPr>
            <a:r>
              <a:t>4. Parent Web App</a:t>
            </a:r>
          </a:p>
          <a:p>
            <a:pPr>
              <a:defRPr sz="1100" b="1">
                <a:solidFill>
                  <a:srgbClr val="475569"/>
                </a:solidFill>
              </a:defRPr>
            </a:pPr>
            <a:r>
              <a:t>Persona: Parents &amp; Guardians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Real-time attendance warnings (Telugu/English), mid-exam grade sheets, AP JVD fee ledger, and direct HOD WhatsApp chat.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Slide 3 • ACADEMICS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BR24 Provisional Grade Sheet &amp; Tab Separation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228600"/>
            <a:ext cx="228600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BIET AUTONOMOUS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Strict Tab Separation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Student Bio-Data Tab: Personal &amp; guardian contact records only.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Academic Marks Tab: Grade sheets across semesters 1-1, 1-2, 2-1, 2-2.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Calculators: Independent top-level sidebar sections.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3832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Official BR24 Layout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1:1 reproduction of official college provisional sheet.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Includes BIET emblem, NAAC 'A' Grade logo, student metadata.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9 subjects breakdown table with SGPA formula box.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371600"/>
            <a:ext cx="33832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UGC Letter Grade Scale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S: &gt;=90% (10 Pts)  |  A: 80-89% (9 Pts)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B: 70-79% (8 Pts)  |  C: 60-69% (7 Pts)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D: 50-59% (6 Pts)  |  E: 40-49% (5 Pts)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F / AB: &lt;40% (0 Pts - Fail / Absent)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Slide 4 • CALCULATORS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Interactive SGPA, CGPA &amp; Percentage Calculator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228600"/>
            <a:ext cx="228600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BIET AUTONOMOUS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4F46E5"/>
                </a:solidFill>
              </a:defRPr>
            </a:pPr>
            <a:r>
              <a:t>1:1 Mockup Aligned Calculator Features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✔ + Add Course Action Button: Allows dynamically adding new course rows to the calculation table.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✔ Editable Subject Details: Subject names, grade dropdowns (S to F), and credit inputs are editable.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✔ Red Circular Delete Controls (✖): Instant row deletion per subject matching the uploaded college mockup.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✔ Cleared Backlogs Tracker: Supports updating backlog grades to cleared status with live recalculation.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Cumulative Score Aggregations &amp; Formulas</a:t>
            </a:r>
          </a:p>
          <a:p>
            <a:pPr>
              <a:defRPr sz="1400" b="1">
                <a:solidFill>
                  <a:srgbClr val="818CF8"/>
                </a:solidFill>
              </a:defRPr>
            </a:pPr>
            <a:r>
              <a:t>★ Previous CGPA &amp; Credits Input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Aggregates past semester credits and CGPA to compute overall combined CGPA across all completed semesters.</a:t>
            </a:r>
          </a:p>
          <a:p>
            <a:pPr>
              <a:defRPr sz="1400" b="1">
                <a:solidFill>
                  <a:srgbClr val="818CF8"/>
                </a:solidFill>
              </a:defRPr>
            </a:pPr>
            <a:r>
              <a:t>★ SGPA Formula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SGPA = ∑ (Course Credits × Grade Points) / ∑ (Course Credits)</a:t>
            </a:r>
          </a:p>
          <a:p>
            <a:pPr>
              <a:defRPr sz="1400" b="1">
                <a:solidFill>
                  <a:srgbClr val="818CF8"/>
                </a:solidFill>
              </a:defRPr>
            </a:pPr>
            <a:r>
              <a:t>★ Official Equivalent Percentage Formula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Percentage = (CGPA - 0.75) ×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Slide 5 • ATTENDANCE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Daily Attendance Target Calculator &amp; Regulations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228600"/>
            <a:ext cx="228600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BIET AUTONOMOUS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Absence Simulator &amp; Target Goal Reacher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🎯 Quick Class Increment Buttons: Simulate expected missed classes with +1, +2, +5, and +10 class action buttons.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🎯 Custom Missed Class Slider: Adjust custom number of future absent classes to predict percentage drops.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🎯 Target Goal Selector: Select target goals (75%, 80%, 85%+, 90%) to calculate continuous non-absent periods required.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🎯 Safe Bunk Limit Buffer: Calculates maximum safe missable classes before hitting 75% exam detention or 65% condonation.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EF3C7"/>
          </a:solidFill>
          <a:ln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78350F"/>
                </a:solidFill>
              </a:defRPr>
            </a:pPr>
            <a:r>
              <a:t>BIET Autonomous Attendance Regulations</a:t>
            </a:r>
          </a:p>
          <a:p>
            <a:pPr>
              <a:defRPr sz="1400" b="1">
                <a:solidFill>
                  <a:srgbClr val="059669"/>
                </a:solidFill>
              </a:defRPr>
            </a:pPr>
            <a:r>
              <a:t>■ 75% and Above (Eligible)</a:t>
            </a:r>
          </a:p>
          <a:p>
            <a:pPr>
              <a:defRPr sz="1200">
                <a:solidFill>
                  <a:srgbClr val="451A03"/>
                </a:solidFill>
              </a:defRPr>
            </a:pPr>
            <a:r>
              <a:t>Eligible for Semester End Examinations (SEE) without fines or condonation requirements.</a:t>
            </a:r>
          </a:p>
          <a:p>
            <a:pPr>
              <a:defRPr sz="1400" b="1">
                <a:solidFill>
                  <a:srgbClr val="D97706"/>
                </a:solidFill>
              </a:defRPr>
            </a:pPr>
            <a:r>
              <a:t>■ 65% to 74.9% (Condonation Risk)</a:t>
            </a:r>
          </a:p>
          <a:p>
            <a:pPr>
              <a:defRPr sz="1200">
                <a:solidFill>
                  <a:srgbClr val="451A03"/>
                </a:solidFill>
              </a:defRPr>
            </a:pPr>
            <a:r>
              <a:t>Condonation granted on valid medical grounds with Principal approval and fee payment.</a:t>
            </a:r>
          </a:p>
          <a:p>
            <a:pPr>
              <a:defRPr sz="1400" b="1">
                <a:solidFill>
                  <a:srgbClr val="E11D48"/>
                </a:solidFill>
              </a:defRPr>
            </a:pPr>
            <a:r>
              <a:t>■ Below 65% (Detained Risk)</a:t>
            </a:r>
          </a:p>
          <a:p>
            <a:pPr>
              <a:defRPr sz="1200">
                <a:solidFill>
                  <a:srgbClr val="451A03"/>
                </a:solidFill>
              </a:defRPr>
            </a:pPr>
            <a:r>
              <a:t>Detained (Not eligible for SEE, must repeat the semester in subsequent academic year).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